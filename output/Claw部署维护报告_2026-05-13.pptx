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 外贸电商管理平台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75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部署更新与维护报告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609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2026年5月13日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当前版本: </a:t>
            </a:r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2026.05.13.007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数据库模式: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(本机)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WorkBuddy AI 团队 · 自动化维护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75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系统架构概览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0363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 (React+TS)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claw-app-2026.pages.dev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 (Node.js)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claw-backend-2026.onrender.com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 (PostgreSQL 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本机 localhost:5432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隧道 (Pinggy.io)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TCP隧道 → Render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Git主仓库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Gitee lyshlc/claw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fc1140b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Git后端仓库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law-backend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05be67b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200400"/>
            <a:ext cx="10363200" cy="1645920"/>
          </a:xfrm>
          <a:prstGeom prst="roundRect">
            <a:avLst>
              <a:gd name="adj" fmla="val 5556"/>
            </a:avLst>
          </a:prstGeom>
          <a:solidFill>
            <a:srgbClr val="D4E6F1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338328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数据流: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 → Cloudflare Pages(前端) → Render(后端) → Pinggy隧道 → 本机PostgreSQL
</a:t>
            </a:r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部署流: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GitHub自动触发Render部署(后端) → wrangler手动部署Cloudflare(前端)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75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今日版本变更历史 (2026.05.13)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0363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73152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变更内容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v2026.05.13.007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02:37 CST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修复useMemoryMode永久锁定JSON→数据丢失; 修复去水印/消除/变清晰响应解析错误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v2026.05.13.006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02:14 CST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修复支付订单消失(DB写入失败静默吞掉); AI抠图progress回调异常; CheckCircle未导入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v2026.05.13.005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02:04 CST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数据库JSON模式降级 + AI工具箱v2(11工具3分类) + sharp替代Python OpenCV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474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 P0 紧急修复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108960" y="3474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/>
        </p:spPr>
      </p:sp>
      <p:sp>
        <p:nvSpPr>
          <p:cNvPr id="7" name="Text 4"/>
          <p:cNvSpPr/>
          <p:nvPr/>
        </p:nvSpPr>
        <p:spPr>
          <a:xfrm>
            <a:off x="310896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个 P1 优化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3474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个功能迭代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总Git提交: 6次 (主仓库3 + 后端3) | 前后端各部署3次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75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关键故障及修复详情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P0: useMemoryMode 单向锁死 → 会员数据每次部署后丢失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11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根因: smartPool中useMemoryMode一旦翻true永不返回false。PG偶尔波动→永久锁定JSON模式→所有数据只写JSON临时文件→Render部署清空临时文件→会员蒸发。经历4次部署全部复现。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修复: database.js v3.1双向PG↔JSON切换 + 每30秒自动探测PG + 恢复时自动syncMemoryToPG()回写数据 + auth.js消除启动竞态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P0: 去水印/智能消除/变清晰/商品套图等全部云端工具显示'处理失败'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11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根因: AIToolsPage.tsx中processWithBackend响应解析结构错误。后端返回{success:true, data:{result,format}}→d=res.data后检查d.success(undefined)→永远false。所有8个云端工具全军覆没。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修复: 改为res.success &amp;&amp; d?.result直接访问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P0: 会员支付宝支付后跳转订单页→订单消失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011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根因: shouqianba.db.js create-order写入payment_orders表失败时静默吞掉错误—用户看到支付二维码成功但数据库无记录。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修复: 回传warning字段 + 本地文件降级保存 + CheckCircle未导入ReferenceError修复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数据库迁移: Render PG → 本机 PostgreSQL 18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1011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 Render PostgreSQL实例(dpg-d7dlk6hkh4rs739s00b0-a)DNS永久失效(ENOTFOUND)—数据库已不可用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方案: 启用本机PG18→创建claw库+全表结构→远程用户claw_render→pinggy.io TCP隧道→Render通过/api/heartbeat/set-db动态切换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结果: 数据库模式成功由json切换至pg✅ 数据不再丢失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75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当前部署状态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前端 (Cloudflare Pages)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a2682f31.claw-app-2026.pages.dev
</a:t>
            </a:r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5.4 构建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CDN全球加速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版本: 2026.05.13.007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构建: 12.8秒 | 88个文件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89120" y="10972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后端 (Render)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6459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claw-backend-2026.onrender.com
</a:t>
            </a:r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Auto-Deploy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健康检查: 200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数据库: PG模式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内存: 34MB | 上线: 13分钟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数据库 (本机PG18)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
claw库 (8张表)
远程用户: claw_render
隧道: Pinggy.io TCP
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347472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AI工具箱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977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11个工具 | 3大分类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智能抠图: WASM本地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去水印/消除/变清晰: sharp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AI文案: DeepSeek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商品套图/海报: AI云端 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75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数据库迁移方案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D4E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迁移前 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位置: Render Postgres (已失效)
</a:t>
            </a:r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状态: DNS永久失败
</a:t>
            </a:r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故障: 系统降级JSON模式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后果: </a:t>
            </a:r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每次部署后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会员数据全部丢失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订单记录清空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用户需重新注册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AI工具箱全不可用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89120" y="10972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迁移后 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6459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位置: 本机 PostgreSQL 18
</a:t>
            </a:r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状态: 正常运行 ✅
</a:t>
            </a:r>
            <a:pPr indent="0" marL="0">
              <a:buNone/>
            </a:pPr>
            <a:r>
              <a:rPr lang="en-US" sz="1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连接: Pinggy TCP隧道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效果: </a:t>
            </a:r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数据持久化本地硬盘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部署不再丢失数据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30秒自动探测PG恢复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支持动态切换数据库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数据同步PG↔内存双向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API端点一键切换数据源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隧道时效: Pinggy免费版60分钟过期（隧道守护进程自动重连）| 长期建议: Supabase免费PostgreSQL (500MB永久免费)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75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后续维护建议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363200" cy="548640"/>
          </a:xfrm>
          <a:prstGeom prst="roundRect">
            <a:avLst>
              <a:gd name="adj" fmla="val 10000"/>
            </a:avLst>
          </a:prstGeom>
          <a:solidFill>
            <a:srgbClr val="FDEBD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1155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迁移至永久云数据库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115568"/>
            <a:ext cx="609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 Supabase/Neon 免费PostgreSQL → 更新DATABASE_URL → 彻底摆脱隧道依赖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10363200" cy="548640"/>
          </a:xfrm>
          <a:prstGeom prst="roundRect">
            <a:avLst>
              <a:gd name="adj" fmla="val 10000"/>
            </a:avLst>
          </a:prstGeom>
          <a:solidFill>
            <a:srgbClr val="FDEBD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PG实例清理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609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在Render Dashboard删除已失效的PostgreSQL实例，释放资源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10363200" cy="548640"/>
          </a:xfrm>
          <a:prstGeom prst="roundRect">
            <a:avLst>
              <a:gd name="adj" fmla="val 10000"/>
            </a:avLst>
          </a:prstGeom>
          <a:solidFill>
            <a:srgbClr val="F2F3F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86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数据自动备份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359152"/>
            <a:ext cx="609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配置pg_dump定时任务 → 备份到微云/本地文件 → 防止单点故障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10363200" cy="548640"/>
          </a:xfrm>
          <a:prstGeom prst="roundRect">
            <a:avLst>
              <a:gd name="adj" fmla="val 10000"/>
            </a:avLst>
          </a:prstGeom>
          <a:solidFill>
            <a:srgbClr val="F2F3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健康监控增强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980944"/>
            <a:ext cx="609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当前heartbeat已暴露mode/latency/pgDirect → 建议接入飞书告警(异常时推送)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84448"/>
            <a:ext cx="10363200" cy="548640"/>
          </a:xfrm>
          <a:prstGeom prst="roundRect">
            <a:avLst>
              <a:gd name="adj" fmla="val 10000"/>
            </a:avLst>
          </a:prstGeom>
          <a:solidFill>
            <a:srgbClr val="F2F3F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6027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前端版本号自动递增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602736"/>
            <a:ext cx="609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deploy.bat 自动更新VERSION.md → 避免手动维护版本号遗漏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0363200" cy="548640"/>
          </a:xfrm>
          <a:prstGeom prst="roundRect">
            <a:avLst>
              <a:gd name="adj" fmla="val 10000"/>
            </a:avLst>
          </a:prstGeom>
          <a:solidFill>
            <a:srgbClr val="F2F3F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4224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TypeScript类型修复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4224528"/>
            <a:ext cx="609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清理15个TS编译警告(WhatsAppPage/ModernLayout等) → 提升代码质量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8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19200" y="228600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 外贸电商管理平台 · 持续维护中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38400" y="3017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前端: </a:t>
            </a:r>
            <a:pPr algn="ctr" indent="0" marL="0">
              <a:buNone/>
            </a:pPr>
            <a:r>
              <a:rPr lang="en-US" sz="12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claw-app-2026.pages.dev
</a:t>
            </a:r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后端: </a:t>
            </a:r>
            <a:pPr algn="ctr" indent="0" marL="0">
              <a:buNone/>
            </a:pPr>
            <a:r>
              <a:rPr lang="en-US" sz="12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claw-backend-2026.onrender.com
</a:t>
            </a:r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状态: </a:t>
            </a:r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全部服务正常运行 ✅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38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报告生成时间: 2026-05-13 03:50 CST | WorkBuddy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 网站部署维护报告 2026.05.13</dc:title>
  <dc:subject>PptxGenJS Presentation</dc:subject>
  <dc:creator>WorkBuddy AI</dc:creator>
  <cp:lastModifiedBy>WorkBuddy AI</cp:lastModifiedBy>
  <cp:revision>1</cp:revision>
  <dcterms:created xsi:type="dcterms:W3CDTF">2026-05-12T19:56:47Z</dcterms:created>
  <dcterms:modified xsi:type="dcterms:W3CDTF">2026-05-12T19:56:47Z</dcterms:modified>
</cp:coreProperties>
</file>